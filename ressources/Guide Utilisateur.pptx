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1" r:id="rId5"/>
    <p:sldId id="262" r:id="rId6"/>
    <p:sldId id="267" r:id="rId7"/>
    <p:sldId id="263" r:id="rId8"/>
    <p:sldId id="264" r:id="rId9"/>
    <p:sldId id="266" r:id="rId10"/>
    <p:sldId id="258" r:id="rId11"/>
    <p:sldId id="259" r:id="rId12"/>
    <p:sldId id="260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7D139-6264-3270-0688-80BC952A7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56E3F5-C4B3-8714-365D-A6EB36F14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DED7C6-2ED0-A1D1-93C8-A8625E61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33A42C-E56D-4D07-BFBB-8615B2A8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29C084-B266-935E-0E36-FFA8A578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165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8FB26-8D4A-B4B1-B010-D0EF83F0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70DD3-334F-28C5-7403-17FA6C34D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D89E8-7BBE-C8D9-AE9C-6FB8D7D9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5BE177-5C71-24A3-D848-7F543076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B492C4-041B-4561-CE5D-E352B944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86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346D55-8796-E3C0-D17B-284578F30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E01EAC-C4B3-EA8D-86AA-E52BF1C3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DF4369-69D8-3319-0CE6-1411BBAF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AC3AC-723F-8AE4-D8D0-B55DC619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C127B1-C441-90E5-98CD-0AC09F98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23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8CC46-E677-C93D-EFA9-BC6C3A71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D69138-6A02-F4D3-54DA-378B7B2F1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0A64A2-9E36-2CE2-0C4D-D4818DCFA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8308B1-5FDD-7547-7AF6-C097D532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3CCA88-B3BC-2C0C-D478-F88BF6C8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D15851-BD1C-A5D2-F28C-501CD31F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34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170F9-0152-875F-42C5-84931C8D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FC6AF0-349A-E626-732A-D5C9D83C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EBDD8A7-F5B4-8E2A-DA04-FA323B22C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A0BC0DF-F62D-58E2-51F0-AB409D41E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E2BC610-4BF2-6DDB-7A40-DD8DBC3C94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61086BD-2ABC-C652-8716-604E12BB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1A824B8-3457-6153-1FF2-2F119C80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DFA925-C8A7-DA92-A94D-F3BF98B4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1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1B67C-BAB4-C9B0-13A9-D65278E0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869604-241E-70FC-0C28-ACC2ACAB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5AED6B-309B-6BB3-7353-234537F4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5C1CBE-2615-5E87-4228-4F3287D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17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1DFDBD-8816-D362-14F0-41F73274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AF54656-FF6A-7039-443B-57B7ACA6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5DBC2D-4A0D-F396-B523-FA54A547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72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2B8555-2FB0-7A1E-7965-EAB1BD96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891236-8194-35B5-2ED7-29A9F5B27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0A54B5-6778-6172-53A8-363A08DE6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F64A0B-39FA-D1AD-8DB8-6C8762140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FFDF53-E392-66D8-2217-4532E649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AAC3BF-A72C-F79C-1AAB-7B66CB8D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36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4948E4-CF00-5AB7-DB43-3BBC0826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C8A572B-DDB1-C1D8-4348-495616DD5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A3F24A-6EC2-ACF0-0E64-84EAEC071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563509-A3C8-E6CA-A0D6-878FC05E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49CFD0-939C-39AD-49D4-A055227F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F96365-F38C-F51C-AD22-F9751DF9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86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7A912A-3C15-7056-315F-102CAA21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E85DCE-D67F-1EFF-6972-3767EE6D6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F1DF73-98AC-DEF7-268E-6A8A0E8C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6C2CA3-486B-ED2E-819B-BF4AFFB61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CB0F9A-E5EA-3750-F019-B07EC369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420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CA1BB1B-AAF5-60E0-7352-0B490CDDA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FD0A02-A682-7758-93E9-659F03FF4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B44C1B-59C7-4152-EBAA-2C316F07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6B5444-699F-277E-37A4-C75076A2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CBC791-2862-19B1-CDCA-D48ED5D8A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0629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8380F2-EFBD-03ED-32C3-DB8F3563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A85EDB-6C19-8574-D361-F679ED024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5C0AC5-C802-1F57-5E55-BF4DC7D368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4ECA3-ED94-41F7-AE77-7AC60D7923F7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C975B9-3658-EE91-509C-35D813C12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B4C93C-7957-4203-9F32-A88DEA184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27B8F-D562-45DB-A1F7-A812D07BC5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478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AE2214-48E4-4519-428F-667B28A2E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Guide Utilisateur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FB801EE-32F5-E1EC-8A09-EA9FE9748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Gestion de la planification Bachelor</a:t>
            </a:r>
          </a:p>
        </p:txBody>
      </p:sp>
    </p:spTree>
    <p:extLst>
      <p:ext uri="{BB962C8B-B14F-4D97-AF65-F5344CB8AC3E}">
        <p14:creationId xmlns:p14="http://schemas.microsoft.com/office/powerpoint/2010/main" val="988608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4D41D7D-6813-4420-BFEE-C9ECD14E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5AC702B-D834-038B-5AF2-8FB15EB8A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69448"/>
            <a:ext cx="7202485" cy="1087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>
                <a:latin typeface="+mj-lt"/>
                <a:ea typeface="+mj-ea"/>
                <a:cs typeface="+mj-cs"/>
              </a:rPr>
              <a:t>Page de </a:t>
            </a:r>
            <a:r>
              <a:rPr lang="en-US" sz="3200" b="1" kern="1200" dirty="0" err="1">
                <a:latin typeface="+mj-lt"/>
                <a:ea typeface="+mj-ea"/>
                <a:cs typeface="+mj-cs"/>
              </a:rPr>
              <a:t>connexion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43A1EBD-6615-81A9-4176-E68276989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7" y="2059200"/>
            <a:ext cx="7394573" cy="424732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26D4E82-FD59-8930-007D-963FFA1BD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8816" y="2059200"/>
            <a:ext cx="3313114" cy="3835409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Entrez un E-mail et un mot de passe pour se connecter sur la platform</a:t>
            </a:r>
          </a:p>
        </p:txBody>
      </p:sp>
    </p:spTree>
    <p:extLst>
      <p:ext uri="{BB962C8B-B14F-4D97-AF65-F5344CB8AC3E}">
        <p14:creationId xmlns:p14="http://schemas.microsoft.com/office/powerpoint/2010/main" val="408382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2ED48-5260-DED7-01B4-004679D2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766218"/>
            <a:ext cx="3788664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Page  Calendrier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626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7EC0C3-DF44-5610-63BE-0A721E9A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>
            <a:normAutofit/>
          </a:bodyPr>
          <a:lstStyle/>
          <a:p>
            <a:r>
              <a:rPr lang="fr-FR" sz="3200" dirty="0"/>
              <a:t>Page Principale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C6781-5387-E254-DC07-81791E94F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 err="1"/>
              <a:t>Liste</a:t>
            </a:r>
            <a:r>
              <a:rPr lang="en-US" sz="1800" dirty="0"/>
              <a:t> de toute les interventions</a:t>
            </a:r>
          </a:p>
          <a:p>
            <a:pPr marL="342900" indent="-342900">
              <a:buAutoNum type="arabicPeriod"/>
            </a:pPr>
            <a:r>
              <a:rPr lang="en-US" sz="1800" dirty="0" err="1"/>
              <a:t>Permet</a:t>
            </a:r>
            <a:r>
              <a:rPr lang="en-US" sz="1800" dirty="0"/>
              <a:t> </a:t>
            </a:r>
            <a:r>
              <a:rPr lang="en-US" sz="1800" dirty="0" err="1"/>
              <a:t>d’ajouter</a:t>
            </a:r>
            <a:r>
              <a:rPr lang="en-US" sz="1800" dirty="0"/>
              <a:t> </a:t>
            </a:r>
            <a:r>
              <a:rPr lang="en-US" sz="1800" dirty="0" err="1"/>
              <a:t>une</a:t>
            </a:r>
            <a:r>
              <a:rPr lang="en-US" sz="1800" dirty="0"/>
              <a:t> nouvelle intervention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D40AD13-E371-CD25-4EAA-890AF432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37898"/>
          <a:stretch>
            <a:fillRect/>
          </a:stretch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B68B49D-0590-4468-18D6-C2AF9F622F2A}"/>
              </a:ext>
            </a:extLst>
          </p:cNvPr>
          <p:cNvSpPr txBox="1"/>
          <p:nvPr/>
        </p:nvSpPr>
        <p:spPr>
          <a:xfrm>
            <a:off x="4965917" y="37604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E1414B1-73AA-A3EC-F082-6333A03256E1}"/>
              </a:ext>
            </a:extLst>
          </p:cNvPr>
          <p:cNvSpPr txBox="1"/>
          <p:nvPr/>
        </p:nvSpPr>
        <p:spPr>
          <a:xfrm>
            <a:off x="8327220" y="3363706"/>
            <a:ext cx="345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  <a:endParaRPr lang="fr-FR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6FA66F3-B10A-DF54-F2E8-CDA2B6B434B9}"/>
              </a:ext>
            </a:extLst>
          </p:cNvPr>
          <p:cNvCxnSpPr/>
          <p:nvPr/>
        </p:nvCxnSpPr>
        <p:spPr>
          <a:xfrm flipH="1">
            <a:off x="4297680" y="3945136"/>
            <a:ext cx="668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FA0B6874-C599-20E7-3896-08BCF7CC98C8}"/>
              </a:ext>
            </a:extLst>
          </p:cNvPr>
          <p:cNvCxnSpPr>
            <a:stCxn id="11" idx="3"/>
          </p:cNvCxnSpPr>
          <p:nvPr/>
        </p:nvCxnSpPr>
        <p:spPr>
          <a:xfrm>
            <a:off x="8672406" y="3548372"/>
            <a:ext cx="7642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002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9B1880-2C37-C70D-EED1-23B0E889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Bouton Ajouter une intervention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C1218E-F9CD-127F-BB04-9CD5F3404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Fermer la modal </a:t>
            </a:r>
            <a:r>
              <a:rPr lang="en-US" sz="1800" dirty="0" err="1"/>
              <a:t>d’ajout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Confirmer </a:t>
            </a:r>
            <a:r>
              <a:rPr lang="en-US" sz="1800" dirty="0" err="1"/>
              <a:t>l’ajout</a:t>
            </a:r>
            <a:r>
              <a:rPr lang="en-US" sz="1800" dirty="0"/>
              <a:t> </a:t>
            </a:r>
            <a:r>
              <a:rPr lang="en-US" sz="1800" dirty="0" err="1"/>
              <a:t>d’une</a:t>
            </a:r>
            <a:r>
              <a:rPr lang="en-US" sz="1800" dirty="0"/>
              <a:t> intervention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D58AE94-3B8F-9CD3-CE0D-4339E3B6D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04" y="2276856"/>
            <a:ext cx="5126528" cy="429055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13A4CAB-196B-D201-FEFE-005C9DFC08E1}"/>
              </a:ext>
            </a:extLst>
          </p:cNvPr>
          <p:cNvSpPr txBox="1"/>
          <p:nvPr/>
        </p:nvSpPr>
        <p:spPr>
          <a:xfrm>
            <a:off x="2036826" y="256744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E8FCDBC-5821-02AA-CDA4-6B23A0FD4F1E}"/>
              </a:ext>
            </a:extLst>
          </p:cNvPr>
          <p:cNvSpPr txBox="1"/>
          <p:nvPr/>
        </p:nvSpPr>
        <p:spPr>
          <a:xfrm>
            <a:off x="5179434" y="6187148"/>
            <a:ext cx="102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DC76AA2-5CAE-2F60-FA96-11E723EF2B58}"/>
              </a:ext>
            </a:extLst>
          </p:cNvPr>
          <p:cNvCxnSpPr/>
          <p:nvPr/>
        </p:nvCxnSpPr>
        <p:spPr>
          <a:xfrm flipH="1">
            <a:off x="1709928" y="2752112"/>
            <a:ext cx="3268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E864F25-DFB1-9DAC-5B2E-10AFEE8907F8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4782312" y="6172200"/>
            <a:ext cx="397122" cy="199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13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BB3E-9CE5-6477-B0B6-5ECE98C33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BEF39-1DD7-0581-EA88-5E40BED2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766218"/>
            <a:ext cx="3788664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Page Intervention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139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0AA673-F699-F6D6-23CB-3997F1D8E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>
            <a:normAutofit/>
          </a:bodyPr>
          <a:lstStyle/>
          <a:p>
            <a:r>
              <a:rPr lang="fr-FR" sz="3200" dirty="0"/>
              <a:t>Page Principale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E5463D3-D7D7-CF8B-7EDA-0573DB67FB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291"/>
          <a:stretch>
            <a:fillRect/>
          </a:stretch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64CA96A-5B1D-20E3-BA1C-E1F626EA2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826" y="4495466"/>
            <a:ext cx="6061022" cy="1536192"/>
          </a:xfrm>
        </p:spPr>
        <p:txBody>
          <a:bodyPr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 err="1"/>
              <a:t>Liste</a:t>
            </a:r>
            <a:r>
              <a:rPr lang="en-US" sz="1800" dirty="0"/>
              <a:t> des intervention </a:t>
            </a:r>
            <a:r>
              <a:rPr lang="en-US" sz="1800" dirty="0" err="1"/>
              <a:t>trouvées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 err="1"/>
              <a:t>Permet</a:t>
            </a:r>
            <a:r>
              <a:rPr lang="en-US" sz="1800" dirty="0"/>
              <a:t> de voir les </a:t>
            </a:r>
            <a:r>
              <a:rPr lang="en-US" sz="1800" dirty="0" err="1"/>
              <a:t>informations</a:t>
            </a:r>
            <a:r>
              <a:rPr lang="en-US" sz="1800" dirty="0"/>
              <a:t> de </a:t>
            </a:r>
            <a:r>
              <a:rPr lang="en-US" sz="1800" dirty="0" err="1"/>
              <a:t>chaque</a:t>
            </a:r>
            <a:r>
              <a:rPr lang="en-US" sz="1800" dirty="0"/>
              <a:t> intervention et de les modifies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supprimer</a:t>
            </a:r>
            <a:endParaRPr lang="en-US" sz="18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37392F-045C-F7A3-0184-686F3F671E06}"/>
              </a:ext>
            </a:extLst>
          </p:cNvPr>
          <p:cNvSpPr txBox="1"/>
          <p:nvPr/>
        </p:nvSpPr>
        <p:spPr>
          <a:xfrm>
            <a:off x="4433697" y="20908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E85660-ED90-5D6B-D42F-471076B0921B}"/>
              </a:ext>
            </a:extLst>
          </p:cNvPr>
          <p:cNvSpPr txBox="1"/>
          <p:nvPr/>
        </p:nvSpPr>
        <p:spPr>
          <a:xfrm>
            <a:off x="11490215" y="2889504"/>
            <a:ext cx="46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C63A9C0-D0FB-110E-D04D-66F1791A4134}"/>
              </a:ext>
            </a:extLst>
          </p:cNvPr>
          <p:cNvCxnSpPr/>
          <p:nvPr/>
        </p:nvCxnSpPr>
        <p:spPr>
          <a:xfrm flipH="1">
            <a:off x="3666744" y="2275519"/>
            <a:ext cx="694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C0076C5-C1A8-2980-466D-50D0751B23C6}"/>
              </a:ext>
            </a:extLst>
          </p:cNvPr>
          <p:cNvCxnSpPr/>
          <p:nvPr/>
        </p:nvCxnSpPr>
        <p:spPr>
          <a:xfrm flipH="1">
            <a:off x="10808208" y="3074170"/>
            <a:ext cx="6820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7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06B2E1-FEB7-4514-709B-AD1BEEF7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fr-FR" sz="2800" dirty="0"/>
              <a:t>Modal CRUD Intervention</a:t>
            </a:r>
          </a:p>
        </p:txBody>
      </p:sp>
      <p:sp>
        <p:nvSpPr>
          <p:cNvPr id="16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DDC0CF-5BE9-CF8B-E172-3E0145B3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700" dirty="0"/>
              <a:t>Fermer la modal</a:t>
            </a:r>
          </a:p>
          <a:p>
            <a:pPr marL="342900" indent="-342900">
              <a:buAutoNum type="arabicPeriod"/>
            </a:pPr>
            <a:r>
              <a:rPr lang="en-US" sz="1700" dirty="0"/>
              <a:t>Confirmer la modification</a:t>
            </a:r>
          </a:p>
          <a:p>
            <a:pPr marL="342900" indent="-342900">
              <a:buAutoNum type="arabicPeriod"/>
            </a:pPr>
            <a:r>
              <a:rPr lang="en-US" sz="1700" dirty="0" err="1"/>
              <a:t>Supprimer</a:t>
            </a:r>
            <a:r>
              <a:rPr lang="en-US" sz="1700" dirty="0"/>
              <a:t> </a:t>
            </a:r>
            <a:r>
              <a:rPr lang="en-US" sz="1700" dirty="0" err="1"/>
              <a:t>l’intervention</a:t>
            </a:r>
            <a:endParaRPr lang="en-US" sz="17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5AC7FB5-FB8C-A0CC-FCDE-7B76663E2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4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9E7A108-5B79-FCCF-456C-D1C91F6B6951}"/>
              </a:ext>
            </a:extLst>
          </p:cNvPr>
          <p:cNvSpPr txBox="1"/>
          <p:nvPr/>
        </p:nvSpPr>
        <p:spPr>
          <a:xfrm>
            <a:off x="6418838" y="6336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3781900-C429-AB2E-33C2-5F71BFE6AF2A}"/>
              </a:ext>
            </a:extLst>
          </p:cNvPr>
          <p:cNvSpPr txBox="1"/>
          <p:nvPr/>
        </p:nvSpPr>
        <p:spPr>
          <a:xfrm>
            <a:off x="11009376" y="61295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0DEADBE-47CA-9B16-7DB3-AC7C2DA13872}"/>
              </a:ext>
            </a:extLst>
          </p:cNvPr>
          <p:cNvSpPr txBox="1"/>
          <p:nvPr/>
        </p:nvSpPr>
        <p:spPr>
          <a:xfrm>
            <a:off x="9171432" y="6129544"/>
            <a:ext cx="265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DB84366-DF28-33D8-645A-3A2204F9E814}"/>
              </a:ext>
            </a:extLst>
          </p:cNvPr>
          <p:cNvCxnSpPr/>
          <p:nvPr/>
        </p:nvCxnSpPr>
        <p:spPr>
          <a:xfrm flipH="1">
            <a:off x="5815584" y="818285"/>
            <a:ext cx="6032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C515331-EE84-3564-EE2A-45595C04FB92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8558784" y="5989320"/>
            <a:ext cx="612648" cy="324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8B4F3A8C-72DF-D6F3-D776-C39247CC63D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10341864" y="6007608"/>
            <a:ext cx="667512" cy="306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219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45EE-E36F-272F-C114-EFEA7600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4294D8-E524-1736-BB0D-EBBD28D7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632" y="2766218"/>
            <a:ext cx="5800344" cy="1325563"/>
          </a:xfrm>
        </p:spPr>
        <p:txBody>
          <a:bodyPr/>
          <a:lstStyle/>
          <a:p>
            <a:r>
              <a:rPr lang="fr-FR" dirty="0"/>
              <a:t>Page Corps Enseignant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441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0070D8C-CF13-6599-AAD9-B87C288EC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9651"/>
          <a:stretch>
            <a:fillRect/>
          </a:stretch>
        </p:blipFill>
        <p:spPr>
          <a:xfrm>
            <a:off x="0" y="0"/>
            <a:ext cx="12228129" cy="466692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5BCD019-9A59-4868-84A9-F7C968A6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>
            <a:normAutofit fontScale="90000"/>
          </a:bodyPr>
          <a:lstStyle/>
          <a:p>
            <a:r>
              <a:rPr lang="fr-FR" sz="2000" dirty="0">
                <a:solidFill>
                  <a:schemeClr val="tx2"/>
                </a:solidFill>
              </a:rPr>
              <a:t>1. Permet d’ajouter un enseignant</a:t>
            </a:r>
            <a:br>
              <a:rPr lang="fr-FR" sz="2000" dirty="0">
                <a:solidFill>
                  <a:schemeClr val="tx2"/>
                </a:solidFill>
              </a:rPr>
            </a:b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2. Filtre les enseignants par nom, prénom et email</a:t>
            </a:r>
            <a:br>
              <a:rPr lang="fr-FR" sz="2000" dirty="0">
                <a:solidFill>
                  <a:schemeClr val="tx2"/>
                </a:solidFill>
              </a:rPr>
            </a:b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3. Permet d’accéder aux informations de chaque enseignant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7E6ECD-7369-FB51-371E-3D0BF13D4FF0}"/>
              </a:ext>
            </a:extLst>
          </p:cNvPr>
          <p:cNvSpPr txBox="1"/>
          <p:nvPr/>
        </p:nvSpPr>
        <p:spPr>
          <a:xfrm>
            <a:off x="8294751" y="608136"/>
            <a:ext cx="431923" cy="36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C96D9D-38DF-0588-2D0A-5CD325ECE92A}"/>
              </a:ext>
            </a:extLst>
          </p:cNvPr>
          <p:cNvSpPr txBox="1"/>
          <p:nvPr/>
        </p:nvSpPr>
        <p:spPr>
          <a:xfrm>
            <a:off x="9375898" y="16145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6AAF6FA-5532-15AA-DD29-AC4B72A652F0}"/>
              </a:ext>
            </a:extLst>
          </p:cNvPr>
          <p:cNvSpPr txBox="1"/>
          <p:nvPr/>
        </p:nvSpPr>
        <p:spPr>
          <a:xfrm>
            <a:off x="10844784" y="29222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8EBC05D-836F-9536-11EF-D2226808A57C}"/>
              </a:ext>
            </a:extLst>
          </p:cNvPr>
          <p:cNvCxnSpPr/>
          <p:nvPr/>
        </p:nvCxnSpPr>
        <p:spPr>
          <a:xfrm flipH="1">
            <a:off x="10049256" y="3090672"/>
            <a:ext cx="7406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108B169-14C8-195A-98D0-DD65A2EC2CFB}"/>
              </a:ext>
            </a:extLst>
          </p:cNvPr>
          <p:cNvCxnSpPr>
            <a:stCxn id="10" idx="1"/>
          </p:cNvCxnSpPr>
          <p:nvPr/>
        </p:nvCxnSpPr>
        <p:spPr>
          <a:xfrm flipH="1">
            <a:off x="8726674" y="1799224"/>
            <a:ext cx="6492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3AC2814-3B97-617D-EDE5-697A9A61F13C}"/>
              </a:ext>
            </a:extLst>
          </p:cNvPr>
          <p:cNvCxnSpPr>
            <a:stCxn id="6" idx="3"/>
          </p:cNvCxnSpPr>
          <p:nvPr/>
        </p:nvCxnSpPr>
        <p:spPr>
          <a:xfrm flipV="1">
            <a:off x="8726674" y="791411"/>
            <a:ext cx="5087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346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F09D73-4A63-544F-9AA2-3F25BE9C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200" dirty="0"/>
              <a:t>Fiches enseignants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C5FF7D-9F6E-B3ED-DCAE-FF3113C7C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200" dirty="0"/>
              <a:t>Toute les information </a:t>
            </a:r>
            <a:r>
              <a:rPr lang="en-US" sz="2200" dirty="0" err="1"/>
              <a:t>liée</a:t>
            </a:r>
            <a:r>
              <a:rPr lang="en-US" sz="2200" dirty="0"/>
              <a:t> à </a:t>
            </a:r>
            <a:r>
              <a:rPr lang="en-US" sz="2200" dirty="0" err="1"/>
              <a:t>l’intervenant</a:t>
            </a:r>
            <a:endParaRPr lang="en-US" sz="2200" dirty="0"/>
          </a:p>
          <a:p>
            <a:pPr marL="457200" indent="-457200">
              <a:buAutoNum type="arabicPeriod"/>
            </a:pPr>
            <a:r>
              <a:rPr lang="en-US" sz="2200" dirty="0"/>
              <a:t>Modification des modules </a:t>
            </a:r>
            <a:r>
              <a:rPr lang="en-US" sz="2200" dirty="0" err="1"/>
              <a:t>enseigné</a:t>
            </a:r>
            <a:endParaRPr lang="en-US" sz="2200" dirty="0"/>
          </a:p>
          <a:p>
            <a:pPr marL="457200" indent="-457200">
              <a:buAutoNum type="arabicPeriod"/>
            </a:pPr>
            <a:endParaRPr lang="en-US" sz="22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029D46-E060-78C5-3658-A57E1F893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916" y="1342015"/>
            <a:ext cx="7734300" cy="474445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AE4D407-C230-BE7A-0638-C96C305193DD}"/>
              </a:ext>
            </a:extLst>
          </p:cNvPr>
          <p:cNvSpPr txBox="1"/>
          <p:nvPr/>
        </p:nvSpPr>
        <p:spPr>
          <a:xfrm>
            <a:off x="5241036" y="24513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48FCB23-1304-8F4C-244C-8D23FADC87C2}"/>
              </a:ext>
            </a:extLst>
          </p:cNvPr>
          <p:cNvSpPr txBox="1"/>
          <p:nvPr/>
        </p:nvSpPr>
        <p:spPr>
          <a:xfrm>
            <a:off x="7342632" y="43278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C28A95E4-B17C-DD7C-5B4D-A3AD60585C56}"/>
              </a:ext>
            </a:extLst>
          </p:cNvPr>
          <p:cNvCxnSpPr/>
          <p:nvPr/>
        </p:nvCxnSpPr>
        <p:spPr>
          <a:xfrm flipH="1">
            <a:off x="6629400" y="4512564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82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875621-72C7-48A8-13E3-BC38168C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endParaRPr lang="fr-FR" sz="4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A7845DC-C909-7723-30BB-10744851EB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438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E7939C-2D03-E233-0592-1FE127864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 err="1"/>
              <a:t>Liste</a:t>
            </a:r>
            <a:r>
              <a:rPr lang="en-US" sz="1800" dirty="0"/>
              <a:t> des interventions </a:t>
            </a:r>
            <a:r>
              <a:rPr lang="en-US" sz="1800" dirty="0" err="1"/>
              <a:t>lié</a:t>
            </a:r>
            <a:r>
              <a:rPr lang="en-US" sz="1800" dirty="0"/>
              <a:t> à </a:t>
            </a:r>
            <a:r>
              <a:rPr lang="en-US" sz="1800" dirty="0" err="1"/>
              <a:t>l’enseignants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Modules </a:t>
            </a:r>
            <a:r>
              <a:rPr lang="en-US" sz="1800" dirty="0" err="1"/>
              <a:t>enseigné</a:t>
            </a:r>
            <a:r>
              <a:rPr lang="en-US" sz="1800" dirty="0"/>
              <a:t> par </a:t>
            </a:r>
            <a:r>
              <a:rPr lang="en-US" sz="1800" dirty="0" err="1"/>
              <a:t>l’enseignant</a:t>
            </a:r>
            <a:endParaRPr lang="en-US" sz="18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B0AC9B9-F991-A874-8056-AD560A6C1104}"/>
              </a:ext>
            </a:extLst>
          </p:cNvPr>
          <p:cNvSpPr txBox="1"/>
          <p:nvPr/>
        </p:nvSpPr>
        <p:spPr>
          <a:xfrm>
            <a:off x="4221329" y="37151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BD58211-0670-5053-AF9E-2CB65357BCD5}"/>
              </a:ext>
            </a:extLst>
          </p:cNvPr>
          <p:cNvSpPr txBox="1"/>
          <p:nvPr/>
        </p:nvSpPr>
        <p:spPr>
          <a:xfrm>
            <a:off x="3913231" y="27057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CC29854-6F71-40BD-2EAE-3139F8490890}"/>
              </a:ext>
            </a:extLst>
          </p:cNvPr>
          <p:cNvCxnSpPr/>
          <p:nvPr/>
        </p:nvCxnSpPr>
        <p:spPr>
          <a:xfrm flipH="1">
            <a:off x="3822192" y="3886200"/>
            <a:ext cx="3991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BD45346-2CBD-8AFE-C6C2-114D7966A954}"/>
              </a:ext>
            </a:extLst>
          </p:cNvPr>
          <p:cNvCxnSpPr/>
          <p:nvPr/>
        </p:nvCxnSpPr>
        <p:spPr>
          <a:xfrm flipH="1">
            <a:off x="3401568" y="2890385"/>
            <a:ext cx="5116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874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C99A39-BDEA-D141-A06A-97F6F103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848" y="2766218"/>
            <a:ext cx="3194304" cy="1325563"/>
          </a:xfrm>
        </p:spPr>
        <p:txBody>
          <a:bodyPr/>
          <a:lstStyle/>
          <a:p>
            <a:r>
              <a:rPr lang="fr-FR" dirty="0"/>
              <a:t>Page Module</a:t>
            </a:r>
          </a:p>
        </p:txBody>
      </p:sp>
    </p:spTree>
    <p:extLst>
      <p:ext uri="{BB962C8B-B14F-4D97-AF65-F5344CB8AC3E}">
        <p14:creationId xmlns:p14="http://schemas.microsoft.com/office/powerpoint/2010/main" val="2490860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7183D9-F791-59B2-B921-ED5668A4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fr-FR" sz="2800" dirty="0"/>
              <a:t>Page Principale</a:t>
            </a:r>
          </a:p>
        </p:txBody>
      </p:sp>
      <p:sp>
        <p:nvSpPr>
          <p:cNvPr id="16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C57874-825A-A148-805E-2829EBF72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700" dirty="0" err="1"/>
              <a:t>Liste</a:t>
            </a:r>
            <a:r>
              <a:rPr lang="en-US" sz="1700" dirty="0"/>
              <a:t> des modules</a:t>
            </a:r>
          </a:p>
          <a:p>
            <a:pPr marL="342900" indent="-342900">
              <a:buAutoNum type="arabicPeriod"/>
            </a:pPr>
            <a:r>
              <a:rPr lang="en-US" sz="1700" dirty="0"/>
              <a:t>Affiche la fiche du module</a:t>
            </a:r>
          </a:p>
          <a:p>
            <a:pPr marL="342900" indent="-342900">
              <a:buAutoNum type="arabicPeriod"/>
            </a:pPr>
            <a:r>
              <a:rPr lang="en-US" sz="1700" dirty="0" err="1"/>
              <a:t>Ajouter</a:t>
            </a:r>
            <a:r>
              <a:rPr lang="en-US" sz="1700" dirty="0"/>
              <a:t> un module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6E68A24-B1AD-A67F-C81C-E839C40D53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272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385F6DB-3554-1C67-C2B6-CA4D3A720F45}"/>
              </a:ext>
            </a:extLst>
          </p:cNvPr>
          <p:cNvSpPr txBox="1"/>
          <p:nvPr/>
        </p:nvSpPr>
        <p:spPr>
          <a:xfrm>
            <a:off x="8093494" y="9877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91F6793-810D-E1C4-D2D3-F9E077616443}"/>
              </a:ext>
            </a:extLst>
          </p:cNvPr>
          <p:cNvSpPr txBox="1"/>
          <p:nvPr/>
        </p:nvSpPr>
        <p:spPr>
          <a:xfrm>
            <a:off x="11678733" y="11531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DDE01B1-8DD7-43D5-5155-0C70CEE8BCE7}"/>
              </a:ext>
            </a:extLst>
          </p:cNvPr>
          <p:cNvSpPr txBox="1"/>
          <p:nvPr/>
        </p:nvSpPr>
        <p:spPr>
          <a:xfrm>
            <a:off x="8453056" y="407167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C086AF3B-C7CA-D24A-7F09-F98E129C5544}"/>
              </a:ext>
            </a:extLst>
          </p:cNvPr>
          <p:cNvCxnSpPr/>
          <p:nvPr/>
        </p:nvCxnSpPr>
        <p:spPr>
          <a:xfrm flipH="1">
            <a:off x="7653528" y="1170432"/>
            <a:ext cx="3566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BD80ABB0-434C-FDD5-AB18-B5397A72BDAF}"/>
              </a:ext>
            </a:extLst>
          </p:cNvPr>
          <p:cNvCxnSpPr/>
          <p:nvPr/>
        </p:nvCxnSpPr>
        <p:spPr>
          <a:xfrm flipH="1">
            <a:off x="11678733" y="1531831"/>
            <a:ext cx="102930" cy="187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06A94CA4-5D3C-3E76-A9FE-1443D80E83F4}"/>
              </a:ext>
            </a:extLst>
          </p:cNvPr>
          <p:cNvCxnSpPr>
            <a:stCxn id="13" idx="1"/>
          </p:cNvCxnSpPr>
          <p:nvPr/>
        </p:nvCxnSpPr>
        <p:spPr>
          <a:xfrm flipH="1">
            <a:off x="8093494" y="4256339"/>
            <a:ext cx="359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816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AE9AB0-9271-EF23-449E-652452AA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200" dirty="0"/>
              <a:t>Ajout module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B93F13-4FC9-4671-44DA-C83B8F786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1. </a:t>
            </a:r>
            <a:r>
              <a:rPr lang="en-US" sz="2200" dirty="0" err="1"/>
              <a:t>Permet</a:t>
            </a:r>
            <a:r>
              <a:rPr lang="en-US" sz="2200" dirty="0"/>
              <a:t> </a:t>
            </a:r>
            <a:r>
              <a:rPr lang="en-US" sz="2200" dirty="0" err="1"/>
              <a:t>d’ajouter</a:t>
            </a:r>
            <a:r>
              <a:rPr lang="en-US" sz="2200" dirty="0"/>
              <a:t> un module</a:t>
            </a:r>
          </a:p>
          <a:p>
            <a:pPr marL="0" indent="0">
              <a:buNone/>
            </a:pPr>
            <a:r>
              <a:rPr lang="en-US" sz="2200" dirty="0"/>
              <a:t>2. Retour a la </a:t>
            </a:r>
            <a:r>
              <a:rPr lang="en-US" sz="2200" dirty="0" err="1"/>
              <a:t>liste</a:t>
            </a:r>
            <a:r>
              <a:rPr lang="en-US" sz="2200" dirty="0"/>
              <a:t> des module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AF76A0F-8D45-77A3-4395-9A169D20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94441"/>
            <a:ext cx="6903720" cy="346911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CAA42AB-70A0-B31B-A593-2F7376F0271F}"/>
              </a:ext>
            </a:extLst>
          </p:cNvPr>
          <p:cNvSpPr txBox="1"/>
          <p:nvPr/>
        </p:nvSpPr>
        <p:spPr>
          <a:xfrm>
            <a:off x="9847326" y="46461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0A18A1-CC9F-E1E9-FF36-01EFAF6E56D6}"/>
              </a:ext>
            </a:extLst>
          </p:cNvPr>
          <p:cNvSpPr txBox="1"/>
          <p:nvPr/>
        </p:nvSpPr>
        <p:spPr>
          <a:xfrm>
            <a:off x="6641211" y="4646152"/>
            <a:ext cx="537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DE0C5D4-9BA5-47F6-248A-C9CA043AFC40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6355080" y="4512564"/>
            <a:ext cx="286131" cy="318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7FBA098-31F5-FE15-23EF-918204FC30A3}"/>
              </a:ext>
            </a:extLst>
          </p:cNvPr>
          <p:cNvCxnSpPr/>
          <p:nvPr/>
        </p:nvCxnSpPr>
        <p:spPr>
          <a:xfrm flipH="1" flipV="1">
            <a:off x="9473184" y="4512564"/>
            <a:ext cx="256032" cy="242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424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63E9F-EED8-3092-B134-381FED2D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200" dirty="0"/>
              <a:t>CRUD Module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40CF67-F1AB-7B20-146B-82243FFD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200" dirty="0" err="1"/>
              <a:t>Enregistrer</a:t>
            </a:r>
            <a:r>
              <a:rPr lang="en-US" sz="2200" dirty="0"/>
              <a:t> les modifications </a:t>
            </a:r>
            <a:r>
              <a:rPr lang="en-US" sz="2200" dirty="0" err="1"/>
              <a:t>apporté</a:t>
            </a:r>
            <a:r>
              <a:rPr lang="en-US" sz="2200" dirty="0"/>
              <a:t> au module</a:t>
            </a:r>
          </a:p>
          <a:p>
            <a:pPr marL="457200" indent="-457200">
              <a:buAutoNum type="arabicPeriod"/>
            </a:pPr>
            <a:r>
              <a:rPr lang="en-US" sz="2200" dirty="0" err="1"/>
              <a:t>Supprimer</a:t>
            </a:r>
            <a:r>
              <a:rPr lang="en-US" sz="2200" dirty="0"/>
              <a:t> le module </a:t>
            </a:r>
            <a:r>
              <a:rPr lang="en-US" sz="2200" dirty="0" err="1"/>
              <a:t>séléctionné</a:t>
            </a:r>
            <a:endParaRPr lang="en-US" sz="22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97D02CA-FD48-EABF-DE5F-99CCB88E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01552"/>
            <a:ext cx="6903720" cy="305489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5751B60-7EB8-21DA-305C-4619C28454D2}"/>
              </a:ext>
            </a:extLst>
          </p:cNvPr>
          <p:cNvSpPr txBox="1"/>
          <p:nvPr/>
        </p:nvSpPr>
        <p:spPr>
          <a:xfrm>
            <a:off x="11026902" y="41432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DB1718-024A-33E8-BE04-B9F66370CAEF}"/>
              </a:ext>
            </a:extLst>
          </p:cNvPr>
          <p:cNvSpPr txBox="1"/>
          <p:nvPr/>
        </p:nvSpPr>
        <p:spPr>
          <a:xfrm>
            <a:off x="8132066" y="47717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3C79281-85CA-1D9B-9CF4-6DD762A7A974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7981065" y="4512564"/>
            <a:ext cx="305050" cy="259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2F65D80-2DE0-E73C-5063-DBDB649143D7}"/>
              </a:ext>
            </a:extLst>
          </p:cNvPr>
          <p:cNvCxnSpPr/>
          <p:nvPr/>
        </p:nvCxnSpPr>
        <p:spPr>
          <a:xfrm flipH="1">
            <a:off x="10680192" y="4279392"/>
            <a:ext cx="265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663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2FD19-5F50-3F26-FB54-5C170589F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852" y="2766218"/>
            <a:ext cx="5416296" cy="1325563"/>
          </a:xfrm>
        </p:spPr>
        <p:txBody>
          <a:bodyPr/>
          <a:lstStyle/>
          <a:p>
            <a:r>
              <a:rPr lang="fr-FR" dirty="0"/>
              <a:t>Page Type Intervention</a:t>
            </a:r>
          </a:p>
        </p:txBody>
      </p:sp>
    </p:spTree>
    <p:extLst>
      <p:ext uri="{BB962C8B-B14F-4D97-AF65-F5344CB8AC3E}">
        <p14:creationId xmlns:p14="http://schemas.microsoft.com/office/powerpoint/2010/main" val="907553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9354172-13A3-337E-BB98-6DE5115DB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>
            <a:normAutofit/>
          </a:bodyPr>
          <a:lstStyle/>
          <a:p>
            <a:r>
              <a:rPr lang="fr-FR" sz="3200" dirty="0"/>
              <a:t>Page Principale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D80528-A885-F54B-E3CA-40E9F5FB1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 err="1"/>
              <a:t>Ajouter</a:t>
            </a:r>
            <a:r>
              <a:rPr lang="en-US" sz="1800" dirty="0"/>
              <a:t> un type </a:t>
            </a:r>
            <a:r>
              <a:rPr lang="en-US" sz="1800" dirty="0" err="1"/>
              <a:t>d’intervention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 err="1"/>
              <a:t>Liste</a:t>
            </a:r>
            <a:r>
              <a:rPr lang="en-US" sz="1800" dirty="0"/>
              <a:t> des types </a:t>
            </a:r>
            <a:r>
              <a:rPr lang="en-US" sz="1800" dirty="0" err="1"/>
              <a:t>d’interventions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Fiche type intervention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2E3EBE0-431B-455C-5550-FA9868E21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6139"/>
          <a:stretch>
            <a:fillRect/>
          </a:stretch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DA57079-4F47-BE6F-D1CE-F54559F69E39}"/>
              </a:ext>
            </a:extLst>
          </p:cNvPr>
          <p:cNvCxnSpPr/>
          <p:nvPr/>
        </p:nvCxnSpPr>
        <p:spPr>
          <a:xfrm>
            <a:off x="9619488" y="342900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DF23D58-131C-F159-93F7-172FD6596598}"/>
              </a:ext>
            </a:extLst>
          </p:cNvPr>
          <p:cNvCxnSpPr/>
          <p:nvPr/>
        </p:nvCxnSpPr>
        <p:spPr>
          <a:xfrm flipH="1">
            <a:off x="2852686" y="4718304"/>
            <a:ext cx="521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CA161C37-52E5-0E0C-DC98-25FEF6B40FF7}"/>
              </a:ext>
            </a:extLst>
          </p:cNvPr>
          <p:cNvSpPr txBox="1"/>
          <p:nvPr/>
        </p:nvSpPr>
        <p:spPr>
          <a:xfrm>
            <a:off x="9317736" y="32443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FD440F8-AC90-35D5-91D9-FA14E7554FA9}"/>
              </a:ext>
            </a:extLst>
          </p:cNvPr>
          <p:cNvSpPr txBox="1"/>
          <p:nvPr/>
        </p:nvSpPr>
        <p:spPr>
          <a:xfrm>
            <a:off x="3470645" y="45336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84A8B65-FEDE-3E10-6082-FCACA4DD2E59}"/>
              </a:ext>
            </a:extLst>
          </p:cNvPr>
          <p:cNvSpPr txBox="1"/>
          <p:nvPr/>
        </p:nvSpPr>
        <p:spPr>
          <a:xfrm>
            <a:off x="11567814" y="52852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D2625C2-A67F-7D06-5922-E337C8A7AB29}"/>
              </a:ext>
            </a:extLst>
          </p:cNvPr>
          <p:cNvCxnSpPr>
            <a:cxnSpLocks/>
          </p:cNvCxnSpPr>
          <p:nvPr/>
        </p:nvCxnSpPr>
        <p:spPr>
          <a:xfrm flipH="1">
            <a:off x="10972800" y="5477256"/>
            <a:ext cx="502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1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BD6980-EC47-D025-1FFE-80741C56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fr-FR" sz="3200" dirty="0"/>
              <a:t>Ajout Type Intervention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881604F3-2847-BAC3-FAAB-4E6FDB465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 err="1"/>
              <a:t>Valider</a:t>
            </a:r>
            <a:r>
              <a:rPr lang="en-US" sz="1800" dirty="0"/>
              <a:t> </a:t>
            </a:r>
            <a:r>
              <a:rPr lang="en-US" sz="1800" dirty="0" err="1"/>
              <a:t>l’ajout</a:t>
            </a:r>
            <a:r>
              <a:rPr lang="en-US" sz="1800" dirty="0"/>
              <a:t> d’un type </a:t>
            </a:r>
            <a:r>
              <a:rPr lang="en-US" sz="1800" dirty="0" err="1"/>
              <a:t>d’intervention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Retour à la </a:t>
            </a:r>
            <a:r>
              <a:rPr lang="en-US" sz="1800" dirty="0" err="1"/>
              <a:t>liste</a:t>
            </a:r>
            <a:r>
              <a:rPr lang="en-US" sz="1800" dirty="0"/>
              <a:t> de type intervention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3C1B0F7-4523-0F06-AFEB-6BB9DFE4E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171" y="2734056"/>
            <a:ext cx="7296050" cy="348386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D0A71C9-3E9E-A6E2-55E3-93A4F027B060}"/>
              </a:ext>
            </a:extLst>
          </p:cNvPr>
          <p:cNvSpPr txBox="1"/>
          <p:nvPr/>
        </p:nvSpPr>
        <p:spPr>
          <a:xfrm>
            <a:off x="9888093" y="50745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8ED4BA3-5B72-461A-A730-B6BCC676116A}"/>
              </a:ext>
            </a:extLst>
          </p:cNvPr>
          <p:cNvCxnSpPr/>
          <p:nvPr/>
        </p:nvCxnSpPr>
        <p:spPr>
          <a:xfrm flipH="1">
            <a:off x="9107424" y="5257800"/>
            <a:ext cx="6807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F3F217DC-8BBF-89CB-CB58-F09991CB4537}"/>
              </a:ext>
            </a:extLst>
          </p:cNvPr>
          <p:cNvSpPr txBox="1"/>
          <p:nvPr/>
        </p:nvSpPr>
        <p:spPr>
          <a:xfrm>
            <a:off x="4984205" y="57332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996C387B-2501-5B4B-0702-B01C85F6EAE9}"/>
              </a:ext>
            </a:extLst>
          </p:cNvPr>
          <p:cNvCxnSpPr/>
          <p:nvPr/>
        </p:nvCxnSpPr>
        <p:spPr>
          <a:xfrm flipH="1" flipV="1">
            <a:off x="4745736" y="5513832"/>
            <a:ext cx="356616" cy="219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120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4DAD035-96FE-787C-94AE-FF74D484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fr-FR" sz="3200" dirty="0"/>
              <a:t>CRUD Type Intervention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768CF2-8402-1051-2A63-51EC92A11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 err="1"/>
              <a:t>Enregistrer</a:t>
            </a:r>
            <a:r>
              <a:rPr lang="en-US" sz="1800" dirty="0"/>
              <a:t> la modification</a:t>
            </a:r>
          </a:p>
          <a:p>
            <a:pPr marL="342900" indent="-342900">
              <a:buAutoNum type="arabicPeriod"/>
            </a:pPr>
            <a:r>
              <a:rPr lang="en-US" sz="1800" dirty="0" err="1"/>
              <a:t>Supprimer</a:t>
            </a:r>
            <a:r>
              <a:rPr lang="en-US" sz="1800" dirty="0"/>
              <a:t> le type </a:t>
            </a:r>
            <a:r>
              <a:rPr lang="en-US" sz="1800" dirty="0" err="1"/>
              <a:t>d’intervention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Retour à la </a:t>
            </a:r>
            <a:r>
              <a:rPr lang="en-US" sz="1800" dirty="0" err="1"/>
              <a:t>liste</a:t>
            </a:r>
            <a:r>
              <a:rPr lang="en-US" sz="1800" dirty="0"/>
              <a:t> de type intervention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3C9BD74-AF91-25CE-C683-D04313B7E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67" y="2734056"/>
            <a:ext cx="8709658" cy="348386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5991264-3012-210D-A76D-32B9299B8825}"/>
              </a:ext>
            </a:extLst>
          </p:cNvPr>
          <p:cNvSpPr txBox="1"/>
          <p:nvPr/>
        </p:nvSpPr>
        <p:spPr>
          <a:xfrm>
            <a:off x="9372600" y="5376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A7CB87-2064-E231-F098-5ED94A47DDEA}"/>
              </a:ext>
            </a:extLst>
          </p:cNvPr>
          <p:cNvSpPr txBox="1"/>
          <p:nvPr/>
        </p:nvSpPr>
        <p:spPr>
          <a:xfrm>
            <a:off x="6096000" y="54589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B467132-9EFB-6689-E7F0-AD0C2CD71231}"/>
              </a:ext>
            </a:extLst>
          </p:cNvPr>
          <p:cNvSpPr txBox="1"/>
          <p:nvPr/>
        </p:nvSpPr>
        <p:spPr>
          <a:xfrm>
            <a:off x="3127498" y="54589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95BB3C6-A47F-2F97-48D8-245B7D992ACB}"/>
              </a:ext>
            </a:extLst>
          </p:cNvPr>
          <p:cNvCxnSpPr/>
          <p:nvPr/>
        </p:nvCxnSpPr>
        <p:spPr>
          <a:xfrm flipV="1">
            <a:off x="3538728" y="5266944"/>
            <a:ext cx="128016" cy="294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E6B98F62-EF4B-BAD3-21C7-9066E113D2E9}"/>
              </a:ext>
            </a:extLst>
          </p:cNvPr>
          <p:cNvCxnSpPr/>
          <p:nvPr/>
        </p:nvCxnSpPr>
        <p:spPr>
          <a:xfrm flipH="1" flipV="1">
            <a:off x="5870448" y="5266944"/>
            <a:ext cx="267691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775E5F6-1322-57FD-C6CF-427BD28DE180}"/>
              </a:ext>
            </a:extLst>
          </p:cNvPr>
          <p:cNvCxnSpPr/>
          <p:nvPr/>
        </p:nvCxnSpPr>
        <p:spPr>
          <a:xfrm flipH="1" flipV="1">
            <a:off x="8869680" y="5266944"/>
            <a:ext cx="384048" cy="294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6827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263</Words>
  <Application>Microsoft Office PowerPoint</Application>
  <PresentationFormat>Grand écran</PresentationFormat>
  <Paragraphs>80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Thème Office</vt:lpstr>
      <vt:lpstr>Guide Utilisateur</vt:lpstr>
      <vt:lpstr>Page de connexion</vt:lpstr>
      <vt:lpstr>Page  Calendrier </vt:lpstr>
      <vt:lpstr>Page Principale</vt:lpstr>
      <vt:lpstr>Bouton Ajouter une intervention</vt:lpstr>
      <vt:lpstr>Page Intervention </vt:lpstr>
      <vt:lpstr>Page Principale</vt:lpstr>
      <vt:lpstr>Modal CRUD Intervention</vt:lpstr>
      <vt:lpstr>Page Corps Enseignant </vt:lpstr>
      <vt:lpstr>1. Permet d’ajouter un enseignant  2. Filtre les enseignants par nom, prénom et email  3. Permet d’accéder aux informations de chaque enseignant</vt:lpstr>
      <vt:lpstr>Fiches enseignants</vt:lpstr>
      <vt:lpstr>Présentation PowerPoint</vt:lpstr>
      <vt:lpstr>Page Module</vt:lpstr>
      <vt:lpstr>Page Principale</vt:lpstr>
      <vt:lpstr>Ajout module</vt:lpstr>
      <vt:lpstr>CRUD Module</vt:lpstr>
      <vt:lpstr>Page Type Intervention</vt:lpstr>
      <vt:lpstr>Page Principale</vt:lpstr>
      <vt:lpstr>Ajout Type Intervention</vt:lpstr>
      <vt:lpstr>CRUD Type Intervention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Plus</dc:creator>
  <cp:lastModifiedBy>Hugo Plus</cp:lastModifiedBy>
  <cp:revision>5</cp:revision>
  <dcterms:created xsi:type="dcterms:W3CDTF">2026-05-13T11:51:14Z</dcterms:created>
  <dcterms:modified xsi:type="dcterms:W3CDTF">2026-05-13T15:28:40Z</dcterms:modified>
</cp:coreProperties>
</file>